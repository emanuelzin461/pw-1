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9E9B2-3A4E-1B5E-186E-FC55E752A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DD0B82-0D30-F3CD-010A-7E26AFFE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244AAB-1B49-8A20-CCDB-737065F2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E8A428-9E8C-EC9F-7AC5-44BCA676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624B70-8C99-D9E5-62C9-34CCBA53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37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2AE36-1A41-3195-31F9-56738782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321060-C611-8204-C00B-7F4B50D9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5D96FC-8B8D-BE32-2882-66E8250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738053-1DC5-9C9D-8955-2661037F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D55DB-08FA-CE01-1FD5-59465BE5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30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8FEE4-832C-0C43-97C7-4F13B8A2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837D8A-3F31-8861-62F7-6A15DBC8A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D7DAC1-8D2E-5400-030D-BCF28B68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4848CB-C74F-398F-95FB-751EE5DC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12F8E7-58B0-7436-8808-5B4F04C1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20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A6516-FE97-B5B3-55BF-7DBBDF61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73CBDA-3611-57E5-290A-D3DDAA5D3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DBFD0B-E708-9A72-D3AA-338790776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318E37-CEE5-82AE-514E-D29FE0A7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7A6927-7025-7E10-9224-0023B9B7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6C45ED-3D9C-D02E-B39D-2CADE1CD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42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D199F-21DF-A0F8-4511-CBDE9755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2F63AE-5633-C8CE-28C3-50AAEA04E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B25525-6790-AAC6-C17E-14D609143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9EA854-8FC3-D4BF-602F-7B6231B0B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A46352-ADE2-6159-4D4D-33FDFB873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68D6C08-5FB6-CAFA-A422-54931CE9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13EAE2-E9B4-72E4-8EFF-0105B69A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43C583-8A71-6DDE-6D94-6AD420FD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95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8BF97-CE5D-7753-2C30-7F818BAE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F4FBF6-7F7E-DBD1-781E-D986487D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D2A7F3-3CD3-FA84-F167-E9704A05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5B5281-29E6-50BC-41E1-8DDF50F5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648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8E5F67-922D-B266-E556-A924BD9D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614CDE-BD14-4F1D-D661-657A797C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475CA3-56C2-5AD1-5166-0ED25D6C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99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CCEBD-9975-2A35-59B2-FDD2D881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705D47-19D5-4643-2010-17BF2C40C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B9C3AB-9496-A9B3-6149-523D67CF5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F4C944-F3DD-314A-2BD1-F1D880E2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1EE618-566D-BC0F-B359-38001099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EBBA69-8A18-5306-CFED-1360B9E7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12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5931-A539-D67B-2BC6-140C5C1B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A14891-F5BC-F1C8-1216-D4CB54040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16D58F-49BB-A6EA-57A1-40679C2D9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47BEE4-C3D0-1CAA-0992-0AFB767B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C017D6-EC2E-A0AD-B02E-B9C42C6B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B170E8-5673-8C8F-952F-D88ACBB8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79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0B14F-9D37-CC64-38CD-2360CE64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A864EB-FFAF-26FB-1791-0A46E122D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E9BDC-8D03-5535-BC69-A9E1028A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FCEBEC-DAF2-21CC-9DE3-231BDF51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3B1E4D-A0AC-729A-0151-58E5A1A9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72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8ABB7B-A308-6C7D-ED3C-408CD8F99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415FA7-0BB9-A1FA-3A24-9FAA8EE5B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DD9C02-A52D-FB95-DCD5-FFE61FB7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EE68C1-8740-ED22-45FE-107F60BC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5DCAF5-F5A9-44B8-4CA6-A6842A75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10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D521C6E-E742-5820-7B71-7B20E463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5C1629-1CE2-F430-07E6-FF3E749D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0502E-6B95-28CA-CDA1-C3C3447F3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95167-2BA7-465B-A7FE-9C6D2FE3E9C5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B2F16-1A1A-CF86-B7CB-3E75E8392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DAA1EB-6B2D-831A-D534-E65F78E20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02708-3C9B-4832-A302-7EE1539EF3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7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826BF-A26A-0811-9A7C-AFCEB151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Ladrão tenta assaltar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6EBB8-1723-CECA-2255-26C4B8369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96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109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10CDC-42D1-889B-8777-63C84C2BD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694" y="-597159"/>
            <a:ext cx="9144000" cy="2387600"/>
          </a:xfrm>
        </p:spPr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ladrão tentou assaltar um boxeador e apanhou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57C7CC-DECE-B7D0-12DE-1D2ED9CC0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90441"/>
            <a:ext cx="9144000" cy="1655762"/>
          </a:xfrm>
        </p:spPr>
        <p:txBody>
          <a:bodyPr>
            <a:normAutofit/>
          </a:bodyPr>
          <a:lstStyle/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Ele apanhou tanto que chorou de dor e raiva na prisão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39638C-8E66-C207-015C-4B3FA50A53F6}"/>
              </a:ext>
            </a:extLst>
          </p:cNvPr>
          <p:cNvSpPr txBox="1"/>
          <p:nvPr/>
        </p:nvSpPr>
        <p:spPr>
          <a:xfrm>
            <a:off x="1524000" y="3666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5339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Tema do Office</vt:lpstr>
      <vt:lpstr>Ladrão tenta assaltar</vt:lpstr>
      <vt:lpstr>Um ladrão tentou assaltar um boxeador e apanhou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Fatec</dc:creator>
  <cp:lastModifiedBy>Fatec</cp:lastModifiedBy>
  <cp:revision>1</cp:revision>
  <dcterms:created xsi:type="dcterms:W3CDTF">2026-03-30T18:16:03Z</dcterms:created>
  <dcterms:modified xsi:type="dcterms:W3CDTF">2026-03-30T18:31:36Z</dcterms:modified>
</cp:coreProperties>
</file>